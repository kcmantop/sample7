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6" r:id="rId8"/>
    <p:sldId id="267" r:id="rId9"/>
    <p:sldId id="269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3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8503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3430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571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47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895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659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322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502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031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861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F77B50-EE59-40FB-9928-DE460C8D4B9F}" type="datetimeFigureOut">
              <a:rPr lang="ko-KR" altLang="en-US" smtClean="0"/>
              <a:t>2026-09-19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6EA0F-63D8-43B8-9C35-B866FC7A57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05369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cmantop/sample7/tree/67c927f697728980a86bf71708b8abbc196e71fe/springboot/ticketing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28849" y="1587582"/>
            <a:ext cx="5667375" cy="734320"/>
          </a:xfr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ko-KR" altLang="en-US" sz="4000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sz="4000" b="1" dirty="0" smtClean="0">
                <a:solidFill>
                  <a:schemeClr val="tx1"/>
                </a:solidFill>
              </a:rPr>
              <a:t> 시스템 부하 테스트</a:t>
            </a:r>
            <a:endParaRPr lang="ko-KR" altLang="en-US" sz="4000" b="1" dirty="0">
              <a:solidFill>
                <a:schemeClr val="tx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</a:rPr>
              <a:t>강윤철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r>
              <a:rPr lang="en-US" altLang="ko-KR" b="1" dirty="0" smtClean="0">
                <a:solidFill>
                  <a:schemeClr val="tx1"/>
                </a:solidFill>
              </a:rPr>
              <a:t>010-2339-4379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61888" y="5407270"/>
            <a:ext cx="9462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 smtClean="0">
                <a:hlinkClick r:id="rId2"/>
              </a:rPr>
              <a:t>Git</a:t>
            </a:r>
            <a:r>
              <a:rPr lang="en-US" altLang="ko-KR" sz="1400" dirty="0">
                <a:hlinkClick r:id="rId2"/>
              </a:rPr>
              <a:t> url</a:t>
            </a:r>
            <a:r>
              <a:rPr lang="en-US" altLang="ko-KR" sz="1400" dirty="0"/>
              <a:t>: </a:t>
            </a:r>
            <a:r>
              <a:rPr lang="en-US" altLang="ko-KR" sz="1400" dirty="0">
                <a:hlinkClick r:id="rId2"/>
              </a:rPr>
              <a:t>https://github.com/kcmantop/sample7/tree/67c927f697728980a86bf71708b8abbc196e71fe/springboot/ticketing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52256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smtClean="0">
                <a:solidFill>
                  <a:schemeClr val="tx1"/>
                </a:solidFill>
              </a:rPr>
              <a:t>프로젝트 개요 및 배경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b="1" dirty="0" smtClean="0">
                <a:solidFill>
                  <a:schemeClr val="tx1"/>
                </a:solidFill>
              </a:rPr>
              <a:t> 시스템 기능 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회원가입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로그인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티켓 예매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endParaRPr lang="en-US" altLang="ko-KR" b="1" dirty="0" smtClean="0">
              <a:solidFill>
                <a:schemeClr val="tx1"/>
              </a:solidFill>
            </a:endParaRPr>
          </a:p>
          <a:p>
            <a:r>
              <a:rPr lang="ko-KR" altLang="en-US" b="1" dirty="0" err="1" smtClean="0">
                <a:solidFill>
                  <a:schemeClr val="tx1"/>
                </a:solidFill>
              </a:rPr>
              <a:t>티켓팅</a:t>
            </a:r>
            <a:r>
              <a:rPr lang="ko-KR" altLang="en-US" b="1" dirty="0" smtClean="0">
                <a:solidFill>
                  <a:schemeClr val="tx1"/>
                </a:solidFill>
              </a:rPr>
              <a:t> 시스템 테스트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정합성 테스트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lvl="1"/>
            <a:r>
              <a:rPr lang="ko-KR" altLang="en-US" b="1" dirty="0" smtClean="0">
                <a:solidFill>
                  <a:schemeClr val="tx1"/>
                </a:solidFill>
              </a:rPr>
              <a:t>부하 테스트 </a:t>
            </a:r>
            <a:endParaRPr lang="ko-KR" alt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9397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회원가입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051" y="1736970"/>
            <a:ext cx="4779872" cy="359012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345" y="1736970"/>
            <a:ext cx="3734785" cy="407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981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로그인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841" y="1561978"/>
            <a:ext cx="4407919" cy="310339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7817" y="1641678"/>
            <a:ext cx="2857693" cy="302866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577" y="1561978"/>
            <a:ext cx="2911092" cy="281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511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기능구현</a:t>
            </a:r>
            <a:r>
              <a:rPr lang="en-US" altLang="ko-KR" dirty="0" smtClean="0"/>
              <a:t>-</a:t>
            </a:r>
            <a:r>
              <a:rPr lang="ko-KR" altLang="en-US" dirty="0" smtClean="0"/>
              <a:t>티켓 예매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518" y="1558778"/>
            <a:ext cx="4663844" cy="2263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27" y="4055062"/>
            <a:ext cx="6429520" cy="2431026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974" y="1501623"/>
            <a:ext cx="4275190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43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DB </a:t>
            </a:r>
            <a:r>
              <a:rPr lang="ko-KR" altLang="en-US" sz="2400" dirty="0" smtClean="0"/>
              <a:t>비관적 </a:t>
            </a:r>
            <a:r>
              <a:rPr lang="ko-KR" altLang="en-US" sz="2400" dirty="0" err="1" smtClean="0"/>
              <a:t>락</a:t>
            </a:r>
            <a:r>
              <a:rPr lang="en-US" altLang="ko-KR" sz="2400" dirty="0" smtClean="0"/>
              <a:t>(</a:t>
            </a:r>
            <a:r>
              <a:rPr lang="en-US" altLang="ko-KR" sz="2400" dirty="0" err="1" smtClean="0"/>
              <a:t>Pressimistic</a:t>
            </a:r>
            <a:r>
              <a:rPr lang="en-US" altLang="ko-KR" sz="2400" dirty="0" smtClean="0"/>
              <a:t>)</a:t>
            </a:r>
            <a:endParaRPr lang="ko-KR" altLang="en-US" sz="2400" dirty="0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4064" y="1712477"/>
            <a:ext cx="8474174" cy="13488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247" y="3145037"/>
            <a:ext cx="8626588" cy="2720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102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DB </a:t>
            </a:r>
            <a:r>
              <a:rPr lang="ko-KR" altLang="en-US" sz="2400" dirty="0" smtClean="0"/>
              <a:t>낙관적 </a:t>
            </a:r>
            <a:r>
              <a:rPr lang="ko-KR" altLang="en-US" sz="2400" dirty="0" err="1" smtClean="0"/>
              <a:t>락</a:t>
            </a:r>
            <a:r>
              <a:rPr lang="en-US" altLang="ko-KR" sz="2400" dirty="0" smtClean="0"/>
              <a:t>(Optimistic)</a:t>
            </a:r>
            <a:endParaRPr lang="ko-KR" altLang="en-US" sz="2400" dirty="0"/>
          </a:p>
        </p:txBody>
      </p:sp>
      <p:pic>
        <p:nvPicPr>
          <p:cNvPr id="5" name="내용 개체 틀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7334" y="1431296"/>
            <a:ext cx="8237934" cy="214902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686056"/>
            <a:ext cx="8626588" cy="2743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412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419100"/>
          </a:xfrm>
        </p:spPr>
        <p:txBody>
          <a:bodyPr>
            <a:normAutofit fontScale="90000"/>
          </a:bodyPr>
          <a:lstStyle/>
          <a:p>
            <a:r>
              <a:rPr lang="ko-KR" altLang="en-US" sz="2400" dirty="0" smtClean="0"/>
              <a:t>정합성 테스트 </a:t>
            </a:r>
            <a:r>
              <a:rPr lang="en-US" altLang="ko-KR" sz="2400" dirty="0" smtClean="0"/>
              <a:t>– </a:t>
            </a:r>
            <a:r>
              <a:rPr lang="en-US" altLang="ko-KR" sz="2400" dirty="0" err="1" smtClean="0"/>
              <a:t>Redis</a:t>
            </a:r>
            <a:r>
              <a:rPr lang="en-US" altLang="ko-KR" sz="2400" dirty="0" smtClean="0"/>
              <a:t> </a:t>
            </a:r>
            <a:r>
              <a:rPr lang="en-US" altLang="ko-KR" sz="2400" dirty="0" err="1" smtClean="0"/>
              <a:t>Redisson</a:t>
            </a:r>
            <a:r>
              <a:rPr lang="en-US" altLang="ko-KR" sz="2400" dirty="0" smtClean="0"/>
              <a:t> </a:t>
            </a:r>
            <a:r>
              <a:rPr lang="ko-KR" altLang="en-US" sz="2400" dirty="0" err="1" smtClean="0"/>
              <a:t>분산락</a:t>
            </a:r>
            <a:r>
              <a:rPr lang="en-US" altLang="ko-KR" sz="2400" dirty="0" smtClean="0"/>
              <a:t>(</a:t>
            </a:r>
            <a:r>
              <a:rPr lang="en-US" altLang="ko-KR" sz="2400" dirty="0" err="1" smtClean="0"/>
              <a:t>Pressimistic</a:t>
            </a:r>
            <a:r>
              <a:rPr lang="en-US" altLang="ko-KR" sz="2400" dirty="0" smtClean="0"/>
              <a:t>)</a:t>
            </a:r>
            <a:endParaRPr lang="ko-KR" altLang="en-US" sz="24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1491527"/>
            <a:ext cx="8093141" cy="202709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3609859"/>
            <a:ext cx="8817104" cy="266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48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6" y="513203"/>
            <a:ext cx="9273723" cy="1669531"/>
          </a:xfrm>
          <a:prstGeom prst="rect">
            <a:avLst/>
          </a:prstGeom>
        </p:spPr>
      </p:pic>
      <p:sp>
        <p:nvSpPr>
          <p:cNvPr id="5" name="제목 1"/>
          <p:cNvSpPr txBox="1">
            <a:spLocks/>
          </p:cNvSpPr>
          <p:nvPr/>
        </p:nvSpPr>
        <p:spPr>
          <a:xfrm>
            <a:off x="772167" y="138064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1.</a:t>
            </a:r>
            <a:r>
              <a:rPr lang="ko-KR" altLang="en-US" sz="1600" dirty="0" smtClean="0"/>
              <a:t>단일서버</a:t>
            </a:r>
            <a:r>
              <a:rPr lang="en-US" altLang="ko-KR" sz="1600" dirty="0" smtClean="0"/>
              <a:t>(Synchronized)</a:t>
            </a:r>
            <a:endParaRPr lang="ko-KR" altLang="en-US" sz="16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7" y="2705094"/>
            <a:ext cx="9273722" cy="578403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66" y="3937171"/>
            <a:ext cx="9310587" cy="673055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97" y="5225503"/>
            <a:ext cx="9231456" cy="697936"/>
          </a:xfrm>
          <a:prstGeom prst="rect">
            <a:avLst/>
          </a:prstGeom>
        </p:spPr>
      </p:pic>
      <p:sp>
        <p:nvSpPr>
          <p:cNvPr id="12" name="제목 1"/>
          <p:cNvSpPr>
            <a:spLocks noGrp="1"/>
          </p:cNvSpPr>
          <p:nvPr>
            <p:ph type="title"/>
          </p:nvPr>
        </p:nvSpPr>
        <p:spPr>
          <a:xfrm>
            <a:off x="772167" y="2329956"/>
            <a:ext cx="3604520" cy="375139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altLang="ko-KR" sz="1600" dirty="0" smtClean="0"/>
              <a:t>2.</a:t>
            </a:r>
            <a:r>
              <a:rPr lang="ko-KR" altLang="en-US" sz="1600" dirty="0" smtClean="0"/>
              <a:t>비관적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</a:t>
            </a:r>
            <a:r>
              <a:rPr lang="en-US" altLang="ko-KR" sz="1600" dirty="0" err="1" smtClean="0"/>
              <a:t>Pressimistic</a:t>
            </a:r>
            <a:r>
              <a:rPr lang="en-US" altLang="ko-KR" sz="1600" dirty="0" smtClean="0"/>
              <a:t> Lock)</a:t>
            </a:r>
            <a:endParaRPr lang="ko-KR" altLang="en-US" sz="1600" dirty="0"/>
          </a:p>
        </p:txBody>
      </p:sp>
      <p:sp>
        <p:nvSpPr>
          <p:cNvPr id="13" name="제목 1"/>
          <p:cNvSpPr txBox="1">
            <a:spLocks/>
          </p:cNvSpPr>
          <p:nvPr/>
        </p:nvSpPr>
        <p:spPr>
          <a:xfrm>
            <a:off x="772167" y="3588360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3.</a:t>
            </a:r>
            <a:r>
              <a:rPr lang="ko-KR" altLang="en-US" sz="1600" dirty="0" smtClean="0"/>
              <a:t>낙관적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(Optimistic Lock)</a:t>
            </a:r>
            <a:endParaRPr lang="ko-KR" altLang="en-US" sz="1600" dirty="0"/>
          </a:p>
        </p:txBody>
      </p:sp>
      <p:sp>
        <p:nvSpPr>
          <p:cNvPr id="14" name="제목 1"/>
          <p:cNvSpPr txBox="1">
            <a:spLocks/>
          </p:cNvSpPr>
          <p:nvPr/>
        </p:nvSpPr>
        <p:spPr>
          <a:xfrm>
            <a:off x="772166" y="4850364"/>
            <a:ext cx="3604520" cy="375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1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altLang="ko-KR" sz="1600" dirty="0" smtClean="0"/>
              <a:t>4.Redis </a:t>
            </a:r>
            <a:r>
              <a:rPr lang="ko-KR" altLang="en-US" sz="1600" dirty="0" smtClean="0"/>
              <a:t>분산 </a:t>
            </a:r>
            <a:r>
              <a:rPr lang="ko-KR" altLang="en-US" sz="1600" dirty="0" err="1" smtClean="0"/>
              <a:t>락</a:t>
            </a:r>
            <a:r>
              <a:rPr lang="en-US" altLang="ko-KR" sz="1600" dirty="0" smtClean="0"/>
              <a:t>(</a:t>
            </a:r>
            <a:r>
              <a:rPr lang="en-US" altLang="ko-KR" sz="1600" dirty="0" err="1" smtClean="0"/>
              <a:t>Pressimistic</a:t>
            </a:r>
            <a:r>
              <a:rPr lang="en-US" altLang="ko-KR" sz="1600" dirty="0" smtClean="0"/>
              <a:t> Lock)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09549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597</TotalTime>
  <Words>97</Words>
  <Application>Microsoft Office PowerPoint</Application>
  <PresentationFormat>와이드스크린</PresentationFormat>
  <Paragraphs>23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티켓팅 시스템 부하 테스트</vt:lpstr>
      <vt:lpstr>프로젝트 개요 및 배경</vt:lpstr>
      <vt:lpstr>기능구현-회원가입</vt:lpstr>
      <vt:lpstr>기능구현-로그인</vt:lpstr>
      <vt:lpstr>기능구현-티켓 예매</vt:lpstr>
      <vt:lpstr>정합성 테스트 – DB 비관적 락(Pressimistic)</vt:lpstr>
      <vt:lpstr>정합성 테스트 – DB 낙관적 락(Optimistic)</vt:lpstr>
      <vt:lpstr>정합성 테스트 – Redis Redisson 분산락(Pressimistic)</vt:lpstr>
      <vt:lpstr>2.비관적 락(Pressimistic Lock)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강윤철</dc:creator>
  <cp:lastModifiedBy>강윤철</cp:lastModifiedBy>
  <cp:revision>19</cp:revision>
  <dcterms:created xsi:type="dcterms:W3CDTF">2026-09-18T01:36:25Z</dcterms:created>
  <dcterms:modified xsi:type="dcterms:W3CDTF">2026-09-19T07:48:13Z</dcterms:modified>
</cp:coreProperties>
</file>