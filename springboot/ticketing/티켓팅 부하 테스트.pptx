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70" r:id="rId4"/>
    <p:sldId id="258" r:id="rId5"/>
    <p:sldId id="259" r:id="rId6"/>
    <p:sldId id="260" r:id="rId7"/>
    <p:sldId id="263" r:id="rId8"/>
    <p:sldId id="266" r:id="rId9"/>
    <p:sldId id="267" r:id="rId10"/>
    <p:sldId id="269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77B50-EE59-40FB-9928-DE460C8D4B9F}" type="datetimeFigureOut">
              <a:rPr lang="ko-KR" altLang="en-US" smtClean="0"/>
              <a:t>2026-09-19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6EA0F-63D8-43B8-9C35-B866FC7A57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473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77B50-EE59-40FB-9928-DE460C8D4B9F}" type="datetimeFigureOut">
              <a:rPr lang="ko-KR" altLang="en-US" smtClean="0"/>
              <a:t>2026-09-19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6EA0F-63D8-43B8-9C35-B866FC7A57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85038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77B50-EE59-40FB-9928-DE460C8D4B9F}" type="datetimeFigureOut">
              <a:rPr lang="ko-KR" altLang="en-US" smtClean="0"/>
              <a:t>2026-09-19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6EA0F-63D8-43B8-9C35-B866FC7A57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3430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77B50-EE59-40FB-9928-DE460C8D4B9F}" type="datetimeFigureOut">
              <a:rPr lang="ko-KR" altLang="en-US" smtClean="0"/>
              <a:t>2026-09-19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6EA0F-63D8-43B8-9C35-B866FC7A57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3571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77B50-EE59-40FB-9928-DE460C8D4B9F}" type="datetimeFigureOut">
              <a:rPr lang="ko-KR" altLang="en-US" smtClean="0"/>
              <a:t>2026-09-19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6EA0F-63D8-43B8-9C35-B866FC7A57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947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77B50-EE59-40FB-9928-DE460C8D4B9F}" type="datetimeFigureOut">
              <a:rPr lang="ko-KR" altLang="en-US" smtClean="0"/>
              <a:t>2026-09-19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6EA0F-63D8-43B8-9C35-B866FC7A57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2895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77B50-EE59-40FB-9928-DE460C8D4B9F}" type="datetimeFigureOut">
              <a:rPr lang="ko-KR" altLang="en-US" smtClean="0"/>
              <a:t>2026-09-19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6EA0F-63D8-43B8-9C35-B866FC7A57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4659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77B50-EE59-40FB-9928-DE460C8D4B9F}" type="datetimeFigureOut">
              <a:rPr lang="ko-KR" altLang="en-US" smtClean="0"/>
              <a:t>2026-09-19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6EA0F-63D8-43B8-9C35-B866FC7A57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6322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77B50-EE59-40FB-9928-DE460C8D4B9F}" type="datetimeFigureOut">
              <a:rPr lang="ko-KR" altLang="en-US" smtClean="0"/>
              <a:t>2026-09-19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6EA0F-63D8-43B8-9C35-B866FC7A57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1502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77B50-EE59-40FB-9928-DE460C8D4B9F}" type="datetimeFigureOut">
              <a:rPr lang="ko-KR" altLang="en-US" smtClean="0"/>
              <a:t>2026-09-19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6EA0F-63D8-43B8-9C35-B866FC7A57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1031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77B50-EE59-40FB-9928-DE460C8D4B9F}" type="datetimeFigureOut">
              <a:rPr lang="ko-KR" altLang="en-US" smtClean="0"/>
              <a:t>2026-09-19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6EA0F-63D8-43B8-9C35-B866FC7A57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8611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F77B50-EE59-40FB-9928-DE460C8D4B9F}" type="datetimeFigureOut">
              <a:rPr lang="ko-KR" altLang="en-US" smtClean="0"/>
              <a:t>2026-09-19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A6EA0F-63D8-43B8-9C35-B866FC7A57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0536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kcmantop/sample7/tree/67c927f697728980a86bf71708b8abbc196e71fe/springboot/ticketing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228849" y="1587582"/>
            <a:ext cx="6545874" cy="734320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ko-KR" altLang="en-US" sz="4000" b="1" dirty="0" err="1" smtClean="0">
                <a:solidFill>
                  <a:schemeClr val="tx1"/>
                </a:solidFill>
              </a:rPr>
              <a:t>티켓팅</a:t>
            </a:r>
            <a:r>
              <a:rPr lang="ko-KR" altLang="en-US" sz="4000" b="1" dirty="0" smtClean="0">
                <a:solidFill>
                  <a:schemeClr val="tx1"/>
                </a:solidFill>
              </a:rPr>
              <a:t> 시스템 부하 테스트</a:t>
            </a:r>
            <a:endParaRPr lang="ko-KR" altLang="en-US" sz="4000" b="1" dirty="0">
              <a:solidFill>
                <a:schemeClr val="tx1"/>
              </a:solidFill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b="1" dirty="0" smtClean="0">
                <a:solidFill>
                  <a:schemeClr val="tx1"/>
                </a:solidFill>
              </a:rPr>
              <a:t>강윤철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r>
              <a:rPr lang="en-US" altLang="ko-KR" b="1" dirty="0" smtClean="0">
                <a:solidFill>
                  <a:schemeClr val="tx1"/>
                </a:solidFill>
              </a:rPr>
              <a:t>010-2339-4379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61888" y="5407270"/>
            <a:ext cx="94624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 smtClean="0">
                <a:hlinkClick r:id="rId2"/>
              </a:rPr>
              <a:t>Git</a:t>
            </a:r>
            <a:r>
              <a:rPr lang="en-US" altLang="ko-KR" sz="1400" dirty="0">
                <a:hlinkClick r:id="rId2"/>
              </a:rPr>
              <a:t> url</a:t>
            </a:r>
            <a:r>
              <a:rPr lang="en-US" altLang="ko-KR" sz="1400" dirty="0"/>
              <a:t>: </a:t>
            </a:r>
            <a:r>
              <a:rPr lang="en-US" altLang="ko-KR" sz="1400" dirty="0">
                <a:hlinkClick r:id="rId2"/>
              </a:rPr>
              <a:t>https://github.com/kcmantop/sample7/tree/67c927f697728980a86bf71708b8abbc196e71fe/springboot/ticketing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452256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smtClean="0">
                <a:solidFill>
                  <a:schemeClr val="tx1"/>
                </a:solidFill>
              </a:rPr>
              <a:t>프로젝트 개요 및 배경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 dirty="0" err="1" smtClean="0">
                <a:solidFill>
                  <a:schemeClr val="tx1"/>
                </a:solidFill>
              </a:rPr>
              <a:t>티켓팅</a:t>
            </a:r>
            <a:r>
              <a:rPr lang="ko-KR" altLang="en-US" b="1" dirty="0" smtClean="0">
                <a:solidFill>
                  <a:schemeClr val="tx1"/>
                </a:solidFill>
              </a:rPr>
              <a:t> 시스템 기능 구현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lvl="1"/>
            <a:r>
              <a:rPr lang="ko-KR" altLang="en-US" b="1" dirty="0" smtClean="0">
                <a:solidFill>
                  <a:schemeClr val="tx1"/>
                </a:solidFill>
              </a:rPr>
              <a:t>회원가입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lvl="1"/>
            <a:r>
              <a:rPr lang="ko-KR" altLang="en-US" b="1" dirty="0" smtClean="0">
                <a:solidFill>
                  <a:schemeClr val="tx1"/>
                </a:solidFill>
              </a:rPr>
              <a:t>로그인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lvl="1"/>
            <a:r>
              <a:rPr lang="ko-KR" altLang="en-US" b="1" dirty="0" smtClean="0">
                <a:solidFill>
                  <a:schemeClr val="tx1"/>
                </a:solidFill>
              </a:rPr>
              <a:t>티켓 예매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lvl="1"/>
            <a:endParaRPr lang="en-US" altLang="ko-KR" b="1" dirty="0" smtClean="0">
              <a:solidFill>
                <a:schemeClr val="tx1"/>
              </a:solidFill>
            </a:endParaRPr>
          </a:p>
          <a:p>
            <a:r>
              <a:rPr lang="ko-KR" altLang="en-US" b="1" dirty="0" err="1" smtClean="0">
                <a:solidFill>
                  <a:schemeClr val="tx1"/>
                </a:solidFill>
              </a:rPr>
              <a:t>티켓팅</a:t>
            </a:r>
            <a:r>
              <a:rPr lang="ko-KR" altLang="en-US" b="1" dirty="0" smtClean="0">
                <a:solidFill>
                  <a:schemeClr val="tx1"/>
                </a:solidFill>
              </a:rPr>
              <a:t> 시스템 테스트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lvl="1"/>
            <a:r>
              <a:rPr lang="ko-KR" altLang="en-US" b="1" dirty="0" smtClean="0">
                <a:solidFill>
                  <a:schemeClr val="tx1"/>
                </a:solidFill>
              </a:rPr>
              <a:t>정합성 테스트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lvl="1"/>
            <a:r>
              <a:rPr lang="ko-KR" altLang="en-US" b="1" dirty="0" smtClean="0">
                <a:solidFill>
                  <a:schemeClr val="tx1"/>
                </a:solidFill>
              </a:rPr>
              <a:t>부하 테스트 </a:t>
            </a:r>
            <a:endParaRPr lang="ko-KR" alt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9397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smtClean="0"/>
              <a:t>사용기술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b="1" dirty="0" smtClean="0">
                <a:solidFill>
                  <a:schemeClr val="tx1"/>
                </a:solidFill>
              </a:rPr>
              <a:t>spring boot</a:t>
            </a:r>
          </a:p>
          <a:p>
            <a:r>
              <a:rPr lang="en-US" altLang="ko-KR" b="1" dirty="0" smtClean="0"/>
              <a:t>JPA</a:t>
            </a:r>
          </a:p>
          <a:p>
            <a:r>
              <a:rPr lang="en-US" altLang="ko-KR" b="1" dirty="0" err="1" smtClean="0">
                <a:solidFill>
                  <a:schemeClr val="tx1"/>
                </a:solidFill>
              </a:rPr>
              <a:t>Mysql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r>
              <a:rPr lang="en-US" altLang="ko-KR" b="1" dirty="0" err="1" smtClean="0"/>
              <a:t>Javascript</a:t>
            </a:r>
            <a:endParaRPr lang="en-US" altLang="ko-KR" b="1" dirty="0" smtClean="0"/>
          </a:p>
          <a:p>
            <a:r>
              <a:rPr lang="en-US" altLang="ko-KR" b="1" dirty="0" err="1" smtClean="0"/>
              <a:t>Jmeter</a:t>
            </a:r>
            <a:endParaRPr lang="en-US" altLang="ko-KR" b="1" dirty="0" smtClean="0"/>
          </a:p>
          <a:p>
            <a:r>
              <a:rPr lang="en-US" altLang="ko-KR" b="1" dirty="0" err="1" smtClean="0"/>
              <a:t>Thymeleaf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r>
              <a:rPr lang="en-US" altLang="ko-KR" b="1" smtClean="0"/>
              <a:t>Spring tool</a:t>
            </a:r>
            <a:endParaRPr lang="en-US" altLang="ko-KR" b="1" dirty="0" smtClean="0"/>
          </a:p>
          <a:p>
            <a:endParaRPr lang="en-US" altLang="ko-KR" b="1" dirty="0" smtClean="0"/>
          </a:p>
        </p:txBody>
      </p:sp>
    </p:spTree>
    <p:extLst>
      <p:ext uri="{BB962C8B-B14F-4D97-AF65-F5344CB8AC3E}">
        <p14:creationId xmlns:p14="http://schemas.microsoft.com/office/powerpoint/2010/main" val="4268438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기능구현</a:t>
            </a:r>
            <a:r>
              <a:rPr lang="en-US" altLang="ko-KR" dirty="0" smtClean="0"/>
              <a:t>-</a:t>
            </a:r>
            <a:r>
              <a:rPr lang="ko-KR" altLang="en-US" dirty="0" smtClean="0"/>
              <a:t>회원가입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3051" y="1736970"/>
            <a:ext cx="4779872" cy="3590122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345" y="1736970"/>
            <a:ext cx="3734785" cy="4072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817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기능구현</a:t>
            </a:r>
            <a:r>
              <a:rPr lang="en-US" altLang="ko-KR" dirty="0" smtClean="0"/>
              <a:t>-</a:t>
            </a:r>
            <a:r>
              <a:rPr lang="ko-KR" altLang="en-US" dirty="0" smtClean="0"/>
              <a:t>로그인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5841" y="1561978"/>
            <a:ext cx="4407919" cy="3103394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7817" y="1641678"/>
            <a:ext cx="2857693" cy="3028666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577" y="1561978"/>
            <a:ext cx="2911092" cy="2819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5111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기능구현</a:t>
            </a:r>
            <a:r>
              <a:rPr lang="en-US" altLang="ko-KR" dirty="0" smtClean="0"/>
              <a:t>-</a:t>
            </a:r>
            <a:r>
              <a:rPr lang="ko-KR" altLang="en-US" dirty="0" smtClean="0"/>
              <a:t>티켓 예매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1518" y="1558778"/>
            <a:ext cx="4663844" cy="2263336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327" y="4055062"/>
            <a:ext cx="6429520" cy="2431026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974" y="1501623"/>
            <a:ext cx="4275190" cy="2377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9434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419100"/>
          </a:xfrm>
        </p:spPr>
        <p:txBody>
          <a:bodyPr>
            <a:normAutofit fontScale="90000"/>
          </a:bodyPr>
          <a:lstStyle/>
          <a:p>
            <a:r>
              <a:rPr lang="ko-KR" altLang="en-US" sz="2400" dirty="0" smtClean="0"/>
              <a:t>정합성 테스트 </a:t>
            </a:r>
            <a:r>
              <a:rPr lang="en-US" altLang="ko-KR" sz="2400" dirty="0" smtClean="0"/>
              <a:t>– DB </a:t>
            </a:r>
            <a:r>
              <a:rPr lang="ko-KR" altLang="en-US" sz="2400" dirty="0" smtClean="0"/>
              <a:t>비관적 </a:t>
            </a:r>
            <a:r>
              <a:rPr lang="ko-KR" altLang="en-US" sz="2400" dirty="0" err="1" smtClean="0"/>
              <a:t>락</a:t>
            </a:r>
            <a:r>
              <a:rPr lang="en-US" altLang="ko-KR" sz="2400" dirty="0" smtClean="0"/>
              <a:t>(</a:t>
            </a:r>
            <a:r>
              <a:rPr lang="en-US" altLang="ko-KR" sz="2400" dirty="0" err="1" smtClean="0"/>
              <a:t>Pressimistic</a:t>
            </a:r>
            <a:r>
              <a:rPr lang="en-US" altLang="ko-KR" sz="2400" dirty="0" smtClean="0"/>
              <a:t>)</a:t>
            </a:r>
            <a:endParaRPr lang="ko-KR" altLang="en-US" sz="2400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4064" y="1712477"/>
            <a:ext cx="8474174" cy="1348857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247" y="3145037"/>
            <a:ext cx="8626588" cy="272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1022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419100"/>
          </a:xfrm>
        </p:spPr>
        <p:txBody>
          <a:bodyPr>
            <a:normAutofit fontScale="90000"/>
          </a:bodyPr>
          <a:lstStyle/>
          <a:p>
            <a:r>
              <a:rPr lang="ko-KR" altLang="en-US" sz="2400" dirty="0" smtClean="0"/>
              <a:t>정합성 테스트 </a:t>
            </a:r>
            <a:r>
              <a:rPr lang="en-US" altLang="ko-KR" sz="2400" dirty="0" smtClean="0"/>
              <a:t>– DB </a:t>
            </a:r>
            <a:r>
              <a:rPr lang="ko-KR" altLang="en-US" sz="2400" dirty="0" smtClean="0"/>
              <a:t>낙관적 </a:t>
            </a:r>
            <a:r>
              <a:rPr lang="ko-KR" altLang="en-US" sz="2400" dirty="0" err="1" smtClean="0"/>
              <a:t>락</a:t>
            </a:r>
            <a:r>
              <a:rPr lang="en-US" altLang="ko-KR" sz="2400" dirty="0" smtClean="0"/>
              <a:t>(Optimistic)</a:t>
            </a:r>
            <a:endParaRPr lang="ko-KR" altLang="en-US" sz="2400" dirty="0"/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4" y="1431296"/>
            <a:ext cx="8237934" cy="2149026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4" y="3686056"/>
            <a:ext cx="8626588" cy="2743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4122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419100"/>
          </a:xfrm>
        </p:spPr>
        <p:txBody>
          <a:bodyPr>
            <a:normAutofit fontScale="90000"/>
          </a:bodyPr>
          <a:lstStyle/>
          <a:p>
            <a:r>
              <a:rPr lang="ko-KR" altLang="en-US" sz="2400" dirty="0" smtClean="0"/>
              <a:t>정합성 테스트 </a:t>
            </a:r>
            <a:r>
              <a:rPr lang="en-US" altLang="ko-KR" sz="2400" dirty="0" smtClean="0"/>
              <a:t>– </a:t>
            </a:r>
            <a:r>
              <a:rPr lang="en-US" altLang="ko-KR" sz="2400" dirty="0" err="1" smtClean="0"/>
              <a:t>Redis</a:t>
            </a:r>
            <a:r>
              <a:rPr lang="en-US" altLang="ko-KR" sz="2400" dirty="0" smtClean="0"/>
              <a:t> </a:t>
            </a:r>
            <a:r>
              <a:rPr lang="en-US" altLang="ko-KR" sz="2400" dirty="0" err="1" smtClean="0"/>
              <a:t>Redisson</a:t>
            </a:r>
            <a:r>
              <a:rPr lang="en-US" altLang="ko-KR" sz="2400" dirty="0" smtClean="0"/>
              <a:t> </a:t>
            </a:r>
            <a:r>
              <a:rPr lang="ko-KR" altLang="en-US" sz="2400" dirty="0" err="1" smtClean="0"/>
              <a:t>분산락</a:t>
            </a:r>
            <a:r>
              <a:rPr lang="en-US" altLang="ko-KR" sz="2400" dirty="0" smtClean="0"/>
              <a:t>(</a:t>
            </a:r>
            <a:r>
              <a:rPr lang="en-US" altLang="ko-KR" sz="2400" dirty="0" err="1" smtClean="0"/>
              <a:t>Pressimistic</a:t>
            </a:r>
            <a:r>
              <a:rPr lang="en-US" altLang="ko-KR" sz="2400" dirty="0" smtClean="0"/>
              <a:t>)</a:t>
            </a:r>
            <a:endParaRPr lang="ko-KR" altLang="en-US" sz="2400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1491527"/>
            <a:ext cx="8093141" cy="2027096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4" y="3609859"/>
            <a:ext cx="8817104" cy="2667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2481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166" y="513203"/>
            <a:ext cx="9273723" cy="1669531"/>
          </a:xfrm>
          <a:prstGeom prst="rect">
            <a:avLst/>
          </a:prstGeom>
        </p:spPr>
      </p:pic>
      <p:sp>
        <p:nvSpPr>
          <p:cNvPr id="5" name="제목 1"/>
          <p:cNvSpPr txBox="1">
            <a:spLocks/>
          </p:cNvSpPr>
          <p:nvPr/>
        </p:nvSpPr>
        <p:spPr>
          <a:xfrm>
            <a:off x="772167" y="138064"/>
            <a:ext cx="3604520" cy="37513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1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ko-KR" sz="1600" dirty="0" smtClean="0"/>
              <a:t>1.</a:t>
            </a:r>
            <a:r>
              <a:rPr lang="ko-KR" altLang="en-US" sz="1600" dirty="0" smtClean="0"/>
              <a:t>단일서버</a:t>
            </a:r>
            <a:r>
              <a:rPr lang="en-US" altLang="ko-KR" sz="1600" dirty="0" smtClean="0"/>
              <a:t>(Synchronized)</a:t>
            </a:r>
            <a:endParaRPr lang="ko-KR" altLang="en-US" sz="1600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167" y="2705094"/>
            <a:ext cx="9273722" cy="578403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166" y="3937171"/>
            <a:ext cx="9310587" cy="673055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297" y="5225503"/>
            <a:ext cx="9231456" cy="697936"/>
          </a:xfrm>
          <a:prstGeom prst="rect">
            <a:avLst/>
          </a:prstGeom>
        </p:spPr>
      </p:pic>
      <p:sp>
        <p:nvSpPr>
          <p:cNvPr id="12" name="제목 1"/>
          <p:cNvSpPr>
            <a:spLocks noGrp="1"/>
          </p:cNvSpPr>
          <p:nvPr>
            <p:ph type="title"/>
          </p:nvPr>
        </p:nvSpPr>
        <p:spPr>
          <a:xfrm>
            <a:off x="772167" y="2329956"/>
            <a:ext cx="3604520" cy="375139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US" altLang="ko-KR" sz="1600" dirty="0" smtClean="0"/>
              <a:t>2.</a:t>
            </a:r>
            <a:r>
              <a:rPr lang="ko-KR" altLang="en-US" sz="1600" dirty="0" smtClean="0"/>
              <a:t>비관적 </a:t>
            </a:r>
            <a:r>
              <a:rPr lang="ko-KR" altLang="en-US" sz="1600" dirty="0" err="1" smtClean="0"/>
              <a:t>락</a:t>
            </a:r>
            <a:r>
              <a:rPr lang="en-US" altLang="ko-KR" sz="1600" dirty="0" smtClean="0"/>
              <a:t>(</a:t>
            </a:r>
            <a:r>
              <a:rPr lang="en-US" altLang="ko-KR" sz="1600" dirty="0" err="1" smtClean="0"/>
              <a:t>Pressimistic</a:t>
            </a:r>
            <a:r>
              <a:rPr lang="en-US" altLang="ko-KR" sz="1600" dirty="0" smtClean="0"/>
              <a:t> Lock)</a:t>
            </a:r>
            <a:endParaRPr lang="ko-KR" altLang="en-US" sz="1600" dirty="0"/>
          </a:p>
        </p:txBody>
      </p:sp>
      <p:sp>
        <p:nvSpPr>
          <p:cNvPr id="13" name="제목 1"/>
          <p:cNvSpPr txBox="1">
            <a:spLocks/>
          </p:cNvSpPr>
          <p:nvPr/>
        </p:nvSpPr>
        <p:spPr>
          <a:xfrm>
            <a:off x="772167" y="3588360"/>
            <a:ext cx="3604520" cy="37513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1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ko-KR" sz="1600" dirty="0" smtClean="0"/>
              <a:t>3.</a:t>
            </a:r>
            <a:r>
              <a:rPr lang="ko-KR" altLang="en-US" sz="1600" dirty="0" smtClean="0"/>
              <a:t>낙관적 </a:t>
            </a:r>
            <a:r>
              <a:rPr lang="ko-KR" altLang="en-US" sz="1600" dirty="0" err="1" smtClean="0"/>
              <a:t>락</a:t>
            </a:r>
            <a:r>
              <a:rPr lang="en-US" altLang="ko-KR" sz="1600" dirty="0" smtClean="0"/>
              <a:t>(Optimistic Lock)</a:t>
            </a:r>
            <a:endParaRPr lang="ko-KR" altLang="en-US" sz="1600" dirty="0"/>
          </a:p>
        </p:txBody>
      </p:sp>
      <p:sp>
        <p:nvSpPr>
          <p:cNvPr id="14" name="제목 1"/>
          <p:cNvSpPr txBox="1">
            <a:spLocks/>
          </p:cNvSpPr>
          <p:nvPr/>
        </p:nvSpPr>
        <p:spPr>
          <a:xfrm>
            <a:off x="772166" y="4850364"/>
            <a:ext cx="3604520" cy="37513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1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ko-KR" sz="1600" dirty="0" smtClean="0"/>
              <a:t>4.Redis </a:t>
            </a:r>
            <a:r>
              <a:rPr lang="ko-KR" altLang="en-US" sz="1600" dirty="0" smtClean="0"/>
              <a:t>분산 </a:t>
            </a:r>
            <a:r>
              <a:rPr lang="ko-KR" altLang="en-US" sz="1600" dirty="0" err="1" smtClean="0"/>
              <a:t>락</a:t>
            </a:r>
            <a:r>
              <a:rPr lang="en-US" altLang="ko-KR" sz="1600" dirty="0" smtClean="0"/>
              <a:t>(</a:t>
            </a:r>
            <a:r>
              <a:rPr lang="en-US" altLang="ko-KR" sz="1600" dirty="0" err="1" smtClean="0"/>
              <a:t>Pressimistic</a:t>
            </a:r>
            <a:r>
              <a:rPr lang="en-US" altLang="ko-KR" sz="1600" dirty="0" smtClean="0"/>
              <a:t> Lock)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6095491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601</TotalTime>
  <Words>107</Words>
  <Application>Microsoft Office PowerPoint</Application>
  <PresentationFormat>와이드스크린</PresentationFormat>
  <Paragraphs>31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맑은 고딕</vt:lpstr>
      <vt:lpstr>Arial</vt:lpstr>
      <vt:lpstr>Office 테마</vt:lpstr>
      <vt:lpstr>티켓팅 시스템 부하 테스트</vt:lpstr>
      <vt:lpstr>프로젝트 개요 및 배경</vt:lpstr>
      <vt:lpstr>사용기술</vt:lpstr>
      <vt:lpstr>기능구현-회원가입</vt:lpstr>
      <vt:lpstr>기능구현-로그인</vt:lpstr>
      <vt:lpstr>기능구현-티켓 예매</vt:lpstr>
      <vt:lpstr>정합성 테스트 – DB 비관적 락(Pressimistic)</vt:lpstr>
      <vt:lpstr>정합성 테스트 – DB 낙관적 락(Optimistic)</vt:lpstr>
      <vt:lpstr>정합성 테스트 – Redis Redisson 분산락(Pressimistic)</vt:lpstr>
      <vt:lpstr>2.비관적 락(Pressimistic Lock)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강윤철</dc:creator>
  <cp:lastModifiedBy>강윤철</cp:lastModifiedBy>
  <cp:revision>21</cp:revision>
  <dcterms:created xsi:type="dcterms:W3CDTF">2026-09-18T01:36:25Z</dcterms:created>
  <dcterms:modified xsi:type="dcterms:W3CDTF">2026-09-19T07:52:25Z</dcterms:modified>
</cp:coreProperties>
</file>